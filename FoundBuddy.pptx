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C7C7D-1BCB-4E20-B48F-CB1E7CD4CC2B}" v="7" dt="2025-09-23T13:41:59.292"/>
    <p1510:client id="{EF76385C-C80E-49F8-ADAA-D55047656C34}" v="53" dt="2025-09-23T13:42:20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rl Matthias" userId="S::matthias.sperl@htl-wels.at::e0a37f96-3ef8-4144-8160-6bc4d53a8d10" providerId="AD" clId="Web-{B46C7C7D-1BCB-4E20-B48F-CB1E7CD4CC2B}"/>
    <pc:docChg chg="modSld">
      <pc:chgData name="Sperl Matthias" userId="S::matthias.sperl@htl-wels.at::e0a37f96-3ef8-4144-8160-6bc4d53a8d10" providerId="AD" clId="Web-{B46C7C7D-1BCB-4E20-B48F-CB1E7CD4CC2B}" dt="2025-09-23T13:41:59.292" v="6" actId="20577"/>
      <pc:docMkLst>
        <pc:docMk/>
      </pc:docMkLst>
      <pc:sldChg chg="modSp">
        <pc:chgData name="Sperl Matthias" userId="S::matthias.sperl@htl-wels.at::e0a37f96-3ef8-4144-8160-6bc4d53a8d10" providerId="AD" clId="Web-{B46C7C7D-1BCB-4E20-B48F-CB1E7CD4CC2B}" dt="2025-09-23T13:41:59.292" v="6" actId="20577"/>
        <pc:sldMkLst>
          <pc:docMk/>
          <pc:sldMk cId="1662430563" sldId="260"/>
        </pc:sldMkLst>
        <pc:spChg chg="mod">
          <ac:chgData name="Sperl Matthias" userId="S::matthias.sperl@htl-wels.at::e0a37f96-3ef8-4144-8160-6bc4d53a8d10" providerId="AD" clId="Web-{B46C7C7D-1BCB-4E20-B48F-CB1E7CD4CC2B}" dt="2025-09-23T13:41:59.292" v="6" actId="20577"/>
          <ac:spMkLst>
            <pc:docMk/>
            <pc:sldMk cId="1662430563" sldId="260"/>
            <ac:spMk id="3" creationId="{C3C72D46-1699-FBB8-2F3B-79A80E25A2C2}"/>
          </ac:spMkLst>
        </pc:spChg>
      </pc:sldChg>
    </pc:docChg>
  </pc:docChgLst>
  <pc:docChgLst>
    <pc:chgData name="Juric Monika" userId="2115d382-a4f6-4805-98c2-7f0b9324e405" providerId="ADAL" clId="{BEC5D730-7B3E-4AEC-B66D-C4311FC10282}"/>
    <pc:docChg chg="modSld">
      <pc:chgData name="Juric Monika" userId="2115d382-a4f6-4805-98c2-7f0b9324e405" providerId="ADAL" clId="{BEC5D730-7B3E-4AEC-B66D-C4311FC10282}" dt="2025-09-23T13:42:20.230" v="51"/>
      <pc:docMkLst>
        <pc:docMk/>
      </pc:docMkLst>
      <pc:sldChg chg="modTransition">
        <pc:chgData name="Juric Monika" userId="2115d382-a4f6-4805-98c2-7f0b9324e405" providerId="ADAL" clId="{BEC5D730-7B3E-4AEC-B66D-C4311FC10282}" dt="2025-09-23T12:24:51.691" v="0"/>
        <pc:sldMkLst>
          <pc:docMk/>
          <pc:sldMk cId="3136318169" sldId="259"/>
        </pc:sldMkLst>
      </pc:sldChg>
      <pc:sldChg chg="modSp mod modTransition">
        <pc:chgData name="Juric Monika" userId="2115d382-a4f6-4805-98c2-7f0b9324e405" providerId="ADAL" clId="{BEC5D730-7B3E-4AEC-B66D-C4311FC10282}" dt="2025-09-23T13:42:20.230" v="51"/>
        <pc:sldMkLst>
          <pc:docMk/>
          <pc:sldMk cId="1662430563" sldId="260"/>
        </pc:sldMkLst>
        <pc:spChg chg="mod">
          <ac:chgData name="Juric Monika" userId="2115d382-a4f6-4805-98c2-7f0b9324e405" providerId="ADAL" clId="{BEC5D730-7B3E-4AEC-B66D-C4311FC10282}" dt="2025-09-23T12:25:07.577" v="21" actId="20577"/>
          <ac:spMkLst>
            <pc:docMk/>
            <pc:sldMk cId="1662430563" sldId="260"/>
            <ac:spMk id="2" creationId="{5EBD12F6-A0F6-0EE0-3942-71037188D36D}"/>
          </ac:spMkLst>
        </pc:spChg>
        <pc:spChg chg="mod">
          <ac:chgData name="Juric Monika" userId="2115d382-a4f6-4805-98c2-7f0b9324e405" providerId="ADAL" clId="{BEC5D730-7B3E-4AEC-B66D-C4311FC10282}" dt="2025-09-23T13:42:20.230" v="51"/>
          <ac:spMkLst>
            <pc:docMk/>
            <pc:sldMk cId="1662430563" sldId="260"/>
            <ac:spMk id="3" creationId="{C3C72D46-1699-FBB8-2F3B-79A80E25A2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51F0F-0124-8704-36A3-C2408DA72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FoundBuddy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B83250-2484-2EF3-1940-8816F498F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/>
              <a:t>Matthias Sperl, Monika Juric</a:t>
            </a:r>
          </a:p>
        </p:txBody>
      </p:sp>
    </p:spTree>
    <p:extLst>
      <p:ext uri="{BB962C8B-B14F-4D97-AF65-F5344CB8AC3E}">
        <p14:creationId xmlns:p14="http://schemas.microsoft.com/office/powerpoint/2010/main" val="124999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C4D6D-4051-3D2A-D52F-5EF8F6CDC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Etwas In der Schule Verloren?</a:t>
            </a:r>
          </a:p>
        </p:txBody>
      </p:sp>
      <p:pic>
        <p:nvPicPr>
          <p:cNvPr id="5" name="Inhaltsplatzhalter 4" descr="Ein Bild, das Schwarz, Entwurf, Kunst enthält.&#10;&#10;KI-generierte Inhalte können fehlerhaft sein.">
            <a:extLst>
              <a:ext uri="{FF2B5EF4-FFF2-40B4-BE49-F238E27FC236}">
                <a16:creationId xmlns:a16="http://schemas.microsoft.com/office/drawing/2014/main" id="{3AE1BBBE-55BC-E2E7-93DD-522A16F2B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1531" y="2347215"/>
            <a:ext cx="4609035" cy="4609035"/>
          </a:xfrm>
        </p:spPr>
      </p:pic>
    </p:spTree>
    <p:extLst>
      <p:ext uri="{BB962C8B-B14F-4D97-AF65-F5344CB8AC3E}">
        <p14:creationId xmlns:p14="http://schemas.microsoft.com/office/powerpoint/2010/main" val="1473405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69955-0DF2-C274-B484-66517042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Wir haben die Perfekte Lösung für Dich</a:t>
            </a:r>
          </a:p>
        </p:txBody>
      </p:sp>
      <p:pic>
        <p:nvPicPr>
          <p:cNvPr id="5" name="Inhaltsplatzhalter 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9224F82-CE3D-D546-31E0-76C743DFC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549" y="1663735"/>
            <a:ext cx="4840147" cy="4840147"/>
          </a:xfrm>
        </p:spPr>
      </p:pic>
    </p:spTree>
    <p:extLst>
      <p:ext uri="{BB962C8B-B14F-4D97-AF65-F5344CB8AC3E}">
        <p14:creationId xmlns:p14="http://schemas.microsoft.com/office/powerpoint/2010/main" val="2419755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04EB1-717D-0001-4B9A-F79013CA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FoundBuddy</a:t>
            </a:r>
          </a:p>
        </p:txBody>
      </p:sp>
      <p:pic>
        <p:nvPicPr>
          <p:cNvPr id="7" name="Grafik 6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1DE3E7A5-F40E-B31E-A99E-9CC77344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2322581"/>
            <a:ext cx="7104353" cy="453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18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D12F6-A0F6-0EE0-3942-71037188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Unsere Überzeugung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C72D46-1699-FBB8-2F3B-79A80E25A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/>
              <a:t>In Schulen gehen täglich Dinge verloren – von USB-Sticks bis hin zu Pullovern. Das klassische Fundbüro ist unübersichtlich und ineffektiv. </a:t>
            </a:r>
          </a:p>
          <a:p>
            <a:pPr marL="0" indent="0">
              <a:buNone/>
            </a:pPr>
            <a:r>
              <a:rPr lang="de-DE" err="1"/>
              <a:t>FoundBuddy</a:t>
            </a:r>
            <a:r>
              <a:rPr lang="de-DE"/>
              <a:t> bringt das Fundbüro ins digitale Zeitalter: Schüler/Lehrer können Fotos von gefundenen oder verlorenen Gegenständen hochladen, diese dann als  </a:t>
            </a:r>
            <a:r>
              <a:rPr lang="de-DE" b="1"/>
              <a:t>„Verloren“</a:t>
            </a:r>
            <a:r>
              <a:rPr lang="de-DE"/>
              <a:t> melden und über eine Such- und Filterfunktion gezielt nach ihren Sachen suchen mit </a:t>
            </a:r>
            <a:r>
              <a:rPr lang="de-DE" err="1"/>
              <a:t>hilfe</a:t>
            </a:r>
            <a:r>
              <a:rPr lang="de-DE"/>
              <a:t> der Datenbank: </a:t>
            </a:r>
            <a:r>
              <a:rPr lang="de-AT"/>
              <a:t>PostgreSQL</a:t>
            </a:r>
            <a:r>
              <a:rPr lang="de-DE"/>
              <a:t>.</a:t>
            </a:r>
          </a:p>
          <a:p>
            <a:pPr marL="0" indent="0">
              <a:buNone/>
            </a:pPr>
            <a:r>
              <a:rPr lang="de-DE"/>
              <a:t>Die Android-App ist </a:t>
            </a:r>
            <a:r>
              <a:rPr lang="de-DE" b="1"/>
              <a:t>einfach, schnell und praktisch</a:t>
            </a:r>
            <a:r>
              <a:rPr lang="de-DE"/>
              <a:t> – und sorgt dafür, dass Verlorenes schneller wiedergefunden wird.</a:t>
            </a:r>
          </a:p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62430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Paket</Template>
  <TotalTime>0</TotalTim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Paket</vt:lpstr>
      <vt:lpstr>FoundBuddy</vt:lpstr>
      <vt:lpstr>Etwas In der Schule Verloren?</vt:lpstr>
      <vt:lpstr>Wir haben die Perfekte Lösung für Dich</vt:lpstr>
      <vt:lpstr>FoundBuddy</vt:lpstr>
      <vt:lpstr>Unsere Überzeugung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Juric Monika</dc:creator>
  <cp:revision>1</cp:revision>
  <dcterms:created xsi:type="dcterms:W3CDTF">2025-09-23T12:09:58Z</dcterms:created>
  <dcterms:modified xsi:type="dcterms:W3CDTF">2025-09-23T13:42:27Z</dcterms:modified>
</cp:coreProperties>
</file>